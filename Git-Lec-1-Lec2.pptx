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GIT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Introduction to Git</a:t>
            </a:r>
            <a:endParaRPr lang="en-US"/>
          </a:p>
          <a:p>
            <a:r>
              <a:rPr lang="en-US"/>
              <a:t>Instructor Tahir Mahmood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&amp; Version Control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lv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1) What is Version Control? </a:t>
            </a:r>
            <a:endParaRPr lang="en-US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Version control is a system for tracking file modifications over time. It empowers you to:</a:t>
            </a:r>
            <a:endParaRPr lang="en-US" altLang="en-US">
              <a:solidFill>
                <a:schemeClr val="tx1"/>
              </a:solidFill>
            </a:endParaRPr>
          </a:p>
          <a:p>
            <a:pPr lvl="0"/>
            <a:r>
              <a:rPr lang="en-US" altLang="en-US">
                <a:solidFill>
                  <a:schemeClr val="tx1"/>
                </a:solidFill>
              </a:rPr>
              <a:t>Revert to previous project versions.</a:t>
            </a:r>
            <a:endParaRPr lang="en-US" altLang="en-US">
              <a:solidFill>
                <a:schemeClr val="tx1"/>
              </a:solidFill>
            </a:endParaRPr>
          </a:p>
          <a:p>
            <a:pPr lvl="0"/>
            <a:r>
              <a:rPr lang="en-US" altLang="en-US">
                <a:solidFill>
                  <a:schemeClr val="tx1"/>
                </a:solidFill>
              </a:rPr>
              <a:t>Compare contributions from multiple individuals.</a:t>
            </a:r>
            <a:endParaRPr lang="en-US" altLang="en-US">
              <a:solidFill>
                <a:schemeClr val="tx1"/>
              </a:solidFill>
            </a:endParaRPr>
          </a:p>
          <a:p>
            <a:pPr lvl="0"/>
            <a:r>
              <a:rPr lang="en-US" altLang="en-US">
                <a:solidFill>
                  <a:schemeClr val="tx1"/>
                </a:solidFill>
              </a:rPr>
              <a:t>Collaborate securely, preventing accidental overwrites.</a:t>
            </a:r>
            <a:endParaRPr lang="en-US" altLang="en-US">
              <a:solidFill>
                <a:schemeClr val="tx1"/>
              </a:solidFill>
            </a:endParaRPr>
          </a:p>
          <a:p>
            <a:pPr lvl="0"/>
            <a:r>
              <a:rPr lang="en-US" altLang="en-US">
                <a:solidFill>
                  <a:schemeClr val="tx1"/>
                </a:solidFill>
              </a:rPr>
              <a:t>Maintain a comprehensive development history.</a:t>
            </a:r>
            <a:endParaRPr lang="en-US" altLang="en-US">
              <a:solidFill>
                <a:schemeClr val="tx1"/>
              </a:solidFill>
            </a:endParaRPr>
          </a:p>
          <a:p>
            <a:pPr lvl="0"/>
            <a:r>
              <a:rPr lang="en-US" altLang="en-US">
                <a:solidFill>
                  <a:schemeClr val="tx1"/>
                </a:solidFill>
              </a:rPr>
              <a:t>Imagine it as a camera, capturing project snapshots at various stages.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Why Git?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Git is a distributed version control system. It is widely used in software development because it is: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Fast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Flexible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Good for team work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Free and open-source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Supported by platforms like GitHub and GitLab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Repository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Working Tree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Staging Area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Commit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794385"/>
            <a:ext cx="10968990" cy="5455285"/>
          </a:xfrm>
        </p:spPr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Repository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 repository (repo) is a project folder that Git tracks. It contains all project files and Git history.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Working Tree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 working tree is your current project folder on your computer. This is where you edit files.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Staging Area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 staging area is like a waiting room for changes before they are saved in Git.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You edit files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You add them to the staging area using git add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Then you save them permanently with git commit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Commit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commit is a saved version of your project. Each commit has: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 message describing the change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 unique ID (hash)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 timestamp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This creates a timeline of project progress.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Basic Git Workflow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common beginner workflow is: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Create or open a project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Edit files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Check status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Stage files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Commit changes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Repeat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Configuration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70612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Before using Git properly, you should configure your identity: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828800" y="219646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config --global user.name "Your Name"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config --global user.email "your.email@example.com"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78205" y="3601720"/>
            <a:ext cx="775779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0" i="0">
                <a:solidFill>
                  <a:schemeClr val="tx1"/>
                </a:solidFill>
                <a:latin typeface="Arial" panose="020B0604020202020204" pitchFamily="34" charset="0"/>
                <a:ea typeface="-apple-system"/>
                <a:cs typeface="Arial" panose="020B0604020202020204" pitchFamily="34" charset="0"/>
              </a:rPr>
              <a:t>These details are added to each commit so others know who made the change.</a:t>
            </a:r>
            <a:endParaRPr sz="1600" b="0" i="0">
              <a:solidFill>
                <a:schemeClr val="tx1"/>
              </a:solidFill>
              <a:latin typeface="Arial" panose="020B0604020202020204" pitchFamily="34" charset="0"/>
              <a:ea typeface="-apple-system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 sz="4400"/>
              <a:t>Basic Git Commands</a:t>
            </a:r>
            <a:endParaRPr lang="en-US" altLang="en-US" sz="4400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330" y="2778760"/>
          <a:ext cx="109689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899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init</a:t>
                      </a: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608965" y="223043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1600" b="0" i="0">
                <a:solidFill>
                  <a:schemeClr val="tx1"/>
                </a:solidFill>
                <a:latin typeface="Arial" panose="020B0604020202020204" pitchFamily="34" charset="0"/>
                <a:ea typeface="-apple-system"/>
                <a:cs typeface="Arial" panose="020B0604020202020204" pitchFamily="34" charset="0"/>
              </a:rPr>
              <a:t>Creates a new Git repository in the current folder.</a:t>
            </a:r>
            <a:endParaRPr sz="1600" b="0" i="0">
              <a:solidFill>
                <a:schemeClr val="tx1"/>
              </a:solidFill>
              <a:latin typeface="Arial" panose="020B0604020202020204" pitchFamily="34" charset="0"/>
              <a:ea typeface="-apple-system"/>
              <a:cs typeface="Arial" panose="020B0604020202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965" y="1524635"/>
            <a:ext cx="1106106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git init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status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Shows which files are modified, staged, or untracked.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08330" y="220154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git status</a:t>
                      </a:r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git add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Adds files to the staging area.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git add filename.txt adds a specific file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git add . adds all changed files in the current folder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1092835" y="214249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add filename.txt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add .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commit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Saves the staged changes as a new commit.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 commit message should be short and meaningful.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857885" y="207962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commit -m "Add homepage design"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log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48641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Shows the history of commits.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08330" y="215328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log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diff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61087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Shows the difference between versions.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08330" y="210121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diff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checkout / git switch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99822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Used to move between different states or branches of the project.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08330" y="217360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switch main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Important Terms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Repository: The project folder being tracked by Git.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Working Directory: Where you work on files.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Staging Area: Where files wait before being committed.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Commit: A saved milestone in the project history.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Branch: A separate line of development (discussed more in L8).</a:t>
            </a:r>
            <a:endParaRPr lang="en-US" altLang="en-US" b="1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Simple Example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89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mkdir myproject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cd myproject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init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echo "Hello world" &gt; intro.txt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status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add intro.txt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commit -m "Initial commit"</a:t>
                      </a: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714375" y="4396740"/>
            <a:ext cx="1086294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b="0" i="0">
                <a:solidFill>
                  <a:srgbClr val="1F2328"/>
                </a:solidFill>
                <a:latin typeface="Mona Sans VF"/>
                <a:ea typeface="Mona Sans VF"/>
              </a:rPr>
              <a:t>This creates a Git repository, tracks a file, stages it, and saves it as a commit.</a:t>
            </a:r>
            <a:endParaRPr b="0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Beginner Tips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Commit often, but only after meaningful work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Write clear commit messages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Check git status before committing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Do not stage everything unless you are sure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Keep backups and use branches for risky changes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Summary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We learned the basic idea of version control and how Git tracks project changes. The important concepts are: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Repository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Working tree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Staging area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Commit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Configuration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Basic Git commands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These are the foundations of using Git in real-world development.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1) Branching and Merging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branch is a separate line of development inside the same repository.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Why use branches?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Work on new features without disturbing the main project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Let multiple developers work independently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Test changes before merging them into the main code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Example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89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branch feature-login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switch feature-login</a:t>
                      </a: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08330" y="2923540"/>
            <a:ext cx="1096899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2400" b="0" i="0">
                <a:solidFill>
                  <a:srgbClr val="1F2328"/>
                </a:solidFill>
                <a:latin typeface="Mona Sans VF"/>
                <a:ea typeface="Mona Sans VF"/>
              </a:rPr>
              <a:t>This creates a new branch and moves you to it.</a:t>
            </a:r>
            <a:endParaRPr sz="2400" b="0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Merge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When the feature is finished, you merge it into the main branch.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608330" y="2183765"/>
          <a:ext cx="1096899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89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switch main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merge feature-login</a:t>
                      </a: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12140" y="3429000"/>
            <a:ext cx="111207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2400" b="0" i="0">
                <a:solidFill>
                  <a:srgbClr val="1F2328"/>
                </a:solidFill>
                <a:latin typeface="Mona Sans VF"/>
                <a:ea typeface="Mona Sans VF"/>
              </a:rPr>
              <a:t>A merge combines the work from one branch into another.</a:t>
            </a:r>
            <a:endParaRPr sz="2400" b="0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Merge Conflicts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merge conflict happens when Git cannot automatically decide how to combine changes from two branches.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Example: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Branch A changed a line in a file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Branch B also changed the same line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Git needs help to decide the final result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Conflict Example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&lt;&lt;&lt;&lt;&lt;&lt;&lt; HEAD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print("Old code")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=======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print("New code")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&gt;&gt;&gt;&gt;&gt;&gt;&gt; feature-login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This means: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&lt;&lt;&lt;&lt;&lt;&lt;&lt; HEAD = current branch version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======= = incoming branch version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&gt;&gt;&gt;&gt;&gt;&gt;&gt; feature-login = branch being merged in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Conflict Resolution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To resolve a conflict: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Open the conflicted file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Read both versions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Decide the correct final content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Remove conflict markers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Save the file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Stage the resolved file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Commit the result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  <a:highlight>
                  <a:srgbClr val="000000"/>
                </a:highlight>
              </a:rPr>
              <a:t>git add file_name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commit -m "Resolve merge conflict"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Rebase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Rebase is another way to integrate changes from one branch into another.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Instead of merging, rebase moves your branch commits on top of another branch.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Example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08330" y="3841750"/>
          <a:ext cx="10808335" cy="46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8335"/>
              </a:tblGrid>
              <a:tr h="4673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git switch feature-login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git rebase main</a:t>
                      </a:r>
                      <a:endParaRPr lang="en-US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Rebase vs Merge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Merge keeps branch history and creates a merge commit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Rebase creates a cleaner linear history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Rebase can be useful, but it may be confusing for beginners and can rewrite commit history.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Tags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tag marks an important point in the project, like a release version.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Example: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tag v1.0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tag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Tags are useful for marking: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Release versions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Stable checkpoints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Production milestones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 sz="4000"/>
              <a:t>Releases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180"/>
            <a:ext cx="10968990" cy="49364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A release is a version of software that is ready for users or customers. Common release steps are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Finish a stable version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Test it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Tag it with a version number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Publish it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Share changelog notes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Examples of release tags: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v1.0.0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v2.1.0</a:t>
            </a:r>
            <a:endParaRPr lang="en-US" altLang="en-US" sz="1600">
              <a:solidFill>
                <a:schemeClr val="tx1"/>
              </a:solidFill>
            </a:endParaRPr>
          </a:p>
          <a:p>
            <a:r>
              <a:rPr lang="en-US" altLang="en-US" sz="1600">
                <a:solidFill>
                  <a:schemeClr val="tx1"/>
                </a:solidFill>
              </a:rPr>
              <a:t>v3.0-beta</a:t>
            </a:r>
            <a:endParaRPr lang="en-US" altLang="en-US" sz="16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Git Workflow Strategies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>
                <a:solidFill>
                  <a:schemeClr val="tx1"/>
                </a:solidFill>
              </a:rPr>
              <a:t>Different teams use different Git strategies depending on the size and needs of the project.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1. Central Workflow</a:t>
            </a:r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 single main branch is used.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Simple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Good for small teams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Less flexible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sym typeface="+mn-ea"/>
              </a:rPr>
              <a:t>2. Feature Branch Workflow</a:t>
            </a:r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  <a:sym typeface="+mn-ea"/>
              </a:rPr>
              <a:t>Each feature is developed in its own branch.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  <a:sym typeface="+mn-ea"/>
              </a:rPr>
              <a:t>Safer for bigger projects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  <a:sym typeface="+mn-ea"/>
              </a:rPr>
              <a:t>Easier to review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  <a:sym typeface="+mn-ea"/>
              </a:rPr>
              <a:t>Good for teamwork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3. Git Flow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more structured workflow with branches like: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main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develop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feature/*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release/*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hotfix/*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This is useful for larger and more organized projects.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Trunk-Based Development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Developers work on short-lived branches and merge often.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Fast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Keeps branches small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Good for modern CI/CD teams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Summary of Key Git Concepts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The main ideas in Lecture 8 are: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Branching helps separate work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Merging combines completed work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Conflicts need manual resolution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Rebase restructures commit history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Tags mark releases or important checkpoints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Releases are official project versions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Workflow strategies guide collaboration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Common Commands Review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git branch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switch main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switch feature-login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merge feature-login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rebase main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tag v1.0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log --oneline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git status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 sz="4000">
                <a:solidFill>
                  <a:schemeClr val="tx1"/>
                </a:solidFill>
              </a:rPr>
              <a:t>Beginner-Friendly Example</a:t>
            </a:r>
            <a:endParaRPr lang="en-US" altLang="en-US" sz="400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89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/>
                        <a:t>git init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git branch feature-login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git switch feature-login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echo "New feature code" &gt;&gt; app.txt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git add app.txt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git commit -m "Add login page"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git switch main</a:t>
                      </a:r>
                      <a:endParaRPr lang="en-US" altLang="en-US" sz="2000"/>
                    </a:p>
                    <a:p>
                      <a:pPr>
                        <a:buNone/>
                      </a:pPr>
                      <a:r>
                        <a:rPr lang="en-US" altLang="en-US" sz="2000"/>
                        <a:t>git merge feature-login</a:t>
                      </a:r>
                      <a:endParaRPr lang="en-US" altLang="en-US" sz="20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08330" y="5021580"/>
            <a:ext cx="1096899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b="0" i="0">
                <a:solidFill>
                  <a:schemeClr val="tx1"/>
                </a:solidFill>
                <a:latin typeface="Mona Sans VF"/>
                <a:ea typeface="Mona Sans VF"/>
              </a:rPr>
              <a:t>This shows the basic process of creating a branch, making a change, and merging it back into the main branch.</a:t>
            </a:r>
            <a:endParaRPr b="0" i="0">
              <a:solidFill>
                <a:schemeClr val="tx1"/>
              </a:solidFill>
              <a:latin typeface="Mona Sans VF"/>
              <a:ea typeface="Mona Sans VF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Best Practices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Use descriptive branch names such as feature-login or bugfix-header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Commit often with clear messages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Do not ignore merge conflicts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Test code before merging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Use tags for important releases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Keep branch changes small and focused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Practice Questions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What is a branch?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Why do merge conflicts happen?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What is the purpose of a tag?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What is the difference between merging and rebasing?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Why are workflow strategies important in team projects?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wpp_generatetext" val="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63*6"/>
  <p:tag name="TABLE_ENDDRAG_RECT" val="47*141*863*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TABLE_ENDDRAG_ORIGIN_RECT" val="863*50"/>
  <p:tag name="TABLE_ENDDRAG_RECT" val="47*171*863*50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7125</Words>
  <Application>WPS Presentation</Application>
  <PresentationFormat>Widescreen</PresentationFormat>
  <Paragraphs>386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Arial</vt:lpstr>
      <vt:lpstr>SimSun</vt:lpstr>
      <vt:lpstr>Wingdings</vt:lpstr>
      <vt:lpstr>Wingdings</vt:lpstr>
      <vt:lpstr>-apple-system</vt:lpstr>
      <vt:lpstr>Segoe Print</vt:lpstr>
      <vt:lpstr>Microsoft YaHei</vt:lpstr>
      <vt:lpstr>Arial Unicode MS</vt:lpstr>
      <vt:lpstr>Calibri</vt:lpstr>
      <vt:lpstr>ui-monospace</vt:lpstr>
      <vt:lpstr>Mona Sans VF</vt:lpstr>
      <vt:lpstr>WPS</vt:lpstr>
      <vt:lpstr>GIT</vt:lpstr>
      <vt:lpstr>Git &amp; Version Control</vt:lpstr>
      <vt:lpstr>Why Git?</vt:lpstr>
      <vt:lpstr>Git Architecture</vt:lpstr>
      <vt:lpstr>PowerPoint 演示文稿</vt:lpstr>
      <vt:lpstr>PowerPoint 演示文稿</vt:lpstr>
      <vt:lpstr>Commit</vt:lpstr>
      <vt:lpstr>Basic Git Workflow</vt:lpstr>
      <vt:lpstr>Git Configuration</vt:lpstr>
      <vt:lpstr>Basic Git Commands</vt:lpstr>
      <vt:lpstr>git status</vt:lpstr>
      <vt:lpstr>git add</vt:lpstr>
      <vt:lpstr>git commit</vt:lpstr>
      <vt:lpstr>git log</vt:lpstr>
      <vt:lpstr>git diff</vt:lpstr>
      <vt:lpstr>git checkout / git switch</vt:lpstr>
      <vt:lpstr>Important Terms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/>
  <cp:lastModifiedBy>Tahir Mahmood</cp:lastModifiedBy>
  <cp:revision>14</cp:revision>
  <dcterms:created xsi:type="dcterms:W3CDTF">2026-10-08T00:47:00Z</dcterms:created>
  <dcterms:modified xsi:type="dcterms:W3CDTF">2026-10-13T14:28:42Z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59592254AE61499C831465539169EE0F_12</vt:lpwstr>
  </property>
</Properties>
</file>